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79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3840480" cy="384048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560320" cy="2560320"/>
          </a:xfrm>
          <a:prstGeom prst="ellipse">
            <a:avLst/>
          </a:prstGeom>
          <a:solidFill>
            <a:srgbClr val="223655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141732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201168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Shape 4"/>
          <p:cNvSpPr/>
          <p:nvPr/>
        </p:nvSpPr>
        <p:spPr>
          <a:xfrm>
            <a:off x="11795760" y="196596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Shape 5"/>
          <p:cNvSpPr/>
          <p:nvPr/>
        </p:nvSpPr>
        <p:spPr>
          <a:xfrm>
            <a:off x="11475720" y="260604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•  LINUX INTERNALS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Signal-Based Process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and Control System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4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how the Linux kernel uses signals for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4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inter-process communication and control.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10515600" cy="1554480"/>
          </a:xfrm>
          <a:prstGeom prst="roundRect">
            <a:avLst>
              <a:gd name="adj" fmla="val 5294"/>
            </a:avLst>
          </a:prstGeom>
          <a:solidFill>
            <a:srgbClr val="1B2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056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5458968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17904" y="540410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ROHITH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517904" y="567842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2520090029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2480" y="5458968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02480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3104" y="540410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SHIVA VENKATA SAI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23104" y="567842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5458968"/>
            <a:ext cx="310896" cy="3108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07680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28304" y="540410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DHARSHAN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528304" y="567842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2520090088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Signals in Linux?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Interrupts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842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short, asynchronous notifications sent to a process by the kernel, another process, or the process itself.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358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inform a process that a specific event has occurred — a division error, termination request, or a timer expiry.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Number &amp; Name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87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has a unique integer ID and symbolic name, e.g. SIGINT (2), SIGKILL (9), SIGTERM (15).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Process Control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38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let the OS and users interrupt, pause, resume, or terminate running processes on demand.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101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DELIVERY PATH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42316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1B2A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2423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Occurs</a:t>
            </a:r>
            <a:endParaRPr lang="en-US" sz="11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Ctrl+C, error, timer)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06840" y="3081528"/>
            <a:ext cx="0" cy="237744"/>
          </a:xfrm>
          <a:prstGeom prst="line">
            <a:avLst/>
          </a:prstGeom>
          <a:noFill/>
          <a:ln w="2222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58000" y="333756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1B2A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33375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Generates Signal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06840" y="3995928"/>
            <a:ext cx="0" cy="237744"/>
          </a:xfrm>
          <a:prstGeom prst="line">
            <a:avLst/>
          </a:prstGeom>
          <a:noFill/>
          <a:ln w="2222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0" y="425196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1B2A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0" y="4251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Queued for Process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06840" y="4910328"/>
            <a:ext cx="0" cy="237744"/>
          </a:xfrm>
          <a:prstGeom prst="line">
            <a:avLst/>
          </a:prstGeom>
          <a:noFill/>
          <a:ln w="22225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516636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1B2A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0" y="5166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Handles / Reacts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SIGNAL-BASED PROCESS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CATALOG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Commonly Used Linux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3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from keyboard (Ctrl+C); requests graceful termination.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13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2480" y="1920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4256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256032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Forcefully terminates a process immediately; cannot be caught or ignored.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413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6280" y="1920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62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7636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6280" y="256032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request to terminate; default signal sent by the kill command.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13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08736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0916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(suspends) a process; cannot be caught, blocked, or ignored.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3880" y="3840480"/>
            <a:ext cx="3413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248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024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42560" y="408736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SIGCONT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02480" y="470916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a process previously paused by SIGSTOP or SIGTSTP.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7680" y="3840480"/>
            <a:ext cx="3413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628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19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62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76360" y="408736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36280" y="470916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 parent process when a child process terminates or stops.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SIGNAL-BASED PROCESS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MECHANISMS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Process Responds to a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0192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Action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kernel's built-in response executes — commonly terminate, ignore, stop, or dump core, depending on the signal.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0192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 the Signal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explicitly tells the kernel to discard the signal using SIG_IGN. SIGKILL and SIGSTOP cannot be ignored.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0192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Handler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registers its own function via signal() or sigaction() to run when the signal arrives — enabling graceful cleanup.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C14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CUSTOM HANDLER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4807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handler(int sig) { printf("Caught signal %d\n", sig); }
int main() {
</a:t>
            </a:r>
            <a:r>
              <a:rPr lang="en-US" sz="1150" dirty="0">
                <a:solidFill>
                  <a:srgbClr val="7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signal(SIGINT, handler);   </a:t>
            </a:r>
            <a:r>
              <a:rPr lang="en-US" sz="1150" i="1" dirty="0">
                <a:solidFill>
                  <a:srgbClr val="6B7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 custom handler for SIGINT
</a:t>
            </a:r>
            <a:r>
              <a:rPr lang="en-US" sz="1150" dirty="0">
                <a:solidFill>
                  <a:srgbClr val="7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(1) pause();          </a:t>
            </a:r>
            <a:r>
              <a:rPr lang="en-US" sz="1150" i="1" dirty="0">
                <a:solidFill>
                  <a:srgbClr val="6B7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 for signals
</a:t>
            </a:r>
            <a:r>
              <a:rPr lang="en-US" sz="11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SIGNAL-BASED PROCESS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Processes with Signal System Calls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0" cy="585216"/>
          </a:xfrm>
          <a:prstGeom prst="rect">
            <a:avLst/>
          </a:prstGeom>
          <a:solidFill>
            <a:srgbClr val="10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kill(pid, sig)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1691640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specified signal to a process or process group identified by PID.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4206240" cy="585216"/>
          </a:xfrm>
          <a:prstGeom prst="rect">
            <a:avLst/>
          </a:prstGeom>
          <a:solidFill>
            <a:srgbClr val="101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0487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raise(sig)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404872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signal to the calling process itself — useful for self-triggered handling.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4206240" cy="585216"/>
          </a:xfrm>
          <a:prstGeom prst="rect">
            <a:avLst/>
          </a:prstGeom>
          <a:solidFill>
            <a:srgbClr val="101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11810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signal(sig, handler)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3118104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 simple handler function for a given signal (classic, less portable).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4206240" cy="585216"/>
          </a:xfrm>
          <a:prstGeom prst="rect">
            <a:avLst/>
          </a:prstGeom>
          <a:solidFill>
            <a:srgbClr val="101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831336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sigaction(sig, act, old)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831336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POSIX-compliant, more reliable way to examine and set a signal's handler.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4206240" cy="585216"/>
          </a:xfrm>
          <a:prstGeom prst="rect">
            <a:avLst/>
          </a:prstGeom>
          <a:solidFill>
            <a:srgbClr val="101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4456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alarm(seconds)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4544568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SIGALRM to be sent to the process after the given number of seconds.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4206240" cy="585216"/>
          </a:xfrm>
          <a:prstGeom prst="rect">
            <a:avLst/>
          </a:prstGeom>
          <a:solidFill>
            <a:srgbClr val="101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25780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pause()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5257800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Suspends the process until a signal is delivered and handled.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SIGNAL-BASED PROCESS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Signal-Based Control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93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Job Control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(SIGINT) and Ctrl+Z (SIGTSTP) let users interrupt or suspend foreground jobs interactively.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933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&amp; Service Management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and init scripts use SIGTERM/SIGHUP to gracefully stop or reload background services.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879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Synchronization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 notifies a parent process when a forked child exits, enabling zombie-free cleanup.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1879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&amp; Scheduled Alerts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alarm() and SIGALRM implement timeouts and periodic wake-ups without busy-waiting.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SIGNAL-BASED PROCESS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931920"/>
            <a:ext cx="4206240" cy="420624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743200" cy="2743200"/>
          </a:xfrm>
          <a:prstGeom prst="ellipse">
            <a:avLst/>
          </a:prstGeom>
          <a:solidFill>
            <a:srgbClr val="2236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060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074920" y="3611880"/>
            <a:ext cx="20116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37947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4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0" y="5989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Rohith  •  V. Shiva Venkata Sai  •  B. Dharshan</a:t>
            </a:r>
            <a:endParaRPr lang="en-US" sz="12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A1EC6-02D8-8B5B-4130-49C5697B66B9}"/>
              </a:ext>
            </a:extLst>
          </p:cNvPr>
          <p:cNvSpPr txBox="1"/>
          <p:nvPr/>
        </p:nvSpPr>
        <p:spPr>
          <a:xfrm>
            <a:off x="-1306286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4A1E09-D7B3-6C88-3CF3-A27B01332915}"/>
              </a:ext>
            </a:extLst>
          </p:cNvPr>
          <p:cNvSpPr txBox="1"/>
          <p:nvPr/>
        </p:nvSpPr>
        <p:spPr>
          <a:xfrm>
            <a:off x="-1408922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C5EE7-6860-91FB-C666-4B38911523B5}"/>
              </a:ext>
            </a:extLst>
          </p:cNvPr>
          <p:cNvSpPr txBox="1"/>
          <p:nvPr/>
        </p:nvSpPr>
        <p:spPr>
          <a:xfrm>
            <a:off x="-1511559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879BE-B375-FF82-1AF5-A9A1CC2AFC1C}"/>
              </a:ext>
            </a:extLst>
          </p:cNvPr>
          <p:cNvSpPr txBox="1"/>
          <p:nvPr/>
        </p:nvSpPr>
        <p:spPr>
          <a:xfrm>
            <a:off x="-1614196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5F4E4-4D5F-1079-3F1A-D0D5D26E47AF}"/>
              </a:ext>
            </a:extLst>
          </p:cNvPr>
          <p:cNvSpPr txBox="1"/>
          <p:nvPr/>
        </p:nvSpPr>
        <p:spPr>
          <a:xfrm>
            <a:off x="-1716833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BC563-3A06-666E-0563-1D16A152E2A7}"/>
              </a:ext>
            </a:extLst>
          </p:cNvPr>
          <p:cNvSpPr txBox="1"/>
          <p:nvPr/>
        </p:nvSpPr>
        <p:spPr>
          <a:xfrm>
            <a:off x="-1819469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2F7D0-3C07-2B43-C2FF-ACB8E754EDD6}"/>
              </a:ext>
            </a:extLst>
          </p:cNvPr>
          <p:cNvSpPr txBox="1"/>
          <p:nvPr/>
        </p:nvSpPr>
        <p:spPr>
          <a:xfrm>
            <a:off x="-1922106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1854D9-AB2C-AE23-AAEE-71769FBE4106}"/>
              </a:ext>
            </a:extLst>
          </p:cNvPr>
          <p:cNvSpPr txBox="1"/>
          <p:nvPr/>
        </p:nvSpPr>
        <p:spPr>
          <a:xfrm>
            <a:off x="-2024743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556054-233F-3CB7-F424-EFADCF58143B}"/>
              </a:ext>
            </a:extLst>
          </p:cNvPr>
          <p:cNvSpPr txBox="1"/>
          <p:nvPr/>
        </p:nvSpPr>
        <p:spPr>
          <a:xfrm>
            <a:off x="-2127380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328439-A5AA-5C52-9C53-FD0315BDB79E}"/>
              </a:ext>
            </a:extLst>
          </p:cNvPr>
          <p:cNvSpPr txBox="1"/>
          <p:nvPr/>
        </p:nvSpPr>
        <p:spPr>
          <a:xfrm>
            <a:off x="-2230016" y="457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682</Words>
  <Application>Microsoft Office PowerPoint</Application>
  <PresentationFormat>Widescreen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 Rohith</cp:lastModifiedBy>
  <cp:revision>2</cp:revision>
  <dcterms:created xsi:type="dcterms:W3CDTF">2026-09-09T03:16:17Z</dcterms:created>
  <dcterms:modified xsi:type="dcterms:W3CDTF">2026-09-22T02:57:36Z</dcterms:modified>
</cp:coreProperties>
</file>